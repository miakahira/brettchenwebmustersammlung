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3A01F-E366-4B56-A9FF-E8D33F9C1563}" v="6" dt="2026-04-28T13:02:37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5628" autoAdjust="0"/>
  </p:normalViewPr>
  <p:slideViewPr>
    <p:cSldViewPr snapToGrid="0">
      <p:cViewPr>
        <p:scale>
          <a:sx n="58" d="100"/>
          <a:sy n="58" d="100"/>
        </p:scale>
        <p:origin x="2151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 Straumann Mia" userId="549e2ca0-4b93-4bbf-9081-20f6bd6e9aa4" providerId="ADAL" clId="{9A330275-E23B-490E-888B-9C7DD48298C4}"/>
    <pc:docChg chg="custSel modSld">
      <pc:chgData name="EDU Straumann Mia" userId="549e2ca0-4b93-4bbf-9081-20f6bd6e9aa4" providerId="ADAL" clId="{9A330275-E23B-490E-888B-9C7DD48298C4}" dt="2026-04-28T13:08:59.463" v="483" actId="403"/>
      <pc:docMkLst>
        <pc:docMk/>
      </pc:docMkLst>
      <pc:sldChg chg="addSp delSp modSp mod">
        <pc:chgData name="EDU Straumann Mia" userId="549e2ca0-4b93-4bbf-9081-20f6bd6e9aa4" providerId="ADAL" clId="{9A330275-E23B-490E-888B-9C7DD48298C4}" dt="2026-04-28T13:08:59.463" v="483" actId="403"/>
        <pc:sldMkLst>
          <pc:docMk/>
          <pc:sldMk cId="200657171" sldId="256"/>
        </pc:sldMkLst>
        <pc:spChg chg="del">
          <ac:chgData name="EDU Straumann Mia" userId="549e2ca0-4b93-4bbf-9081-20f6bd6e9aa4" providerId="ADAL" clId="{9A330275-E23B-490E-888B-9C7DD48298C4}" dt="2026-04-28T12:50:37.582" v="0" actId="478"/>
          <ac:spMkLst>
            <pc:docMk/>
            <pc:sldMk cId="200657171" sldId="256"/>
            <ac:spMk id="2" creationId="{542788A4-787A-D793-7B23-E151A447BBEF}"/>
          </ac:spMkLst>
        </pc:spChg>
        <pc:spChg chg="del">
          <ac:chgData name="EDU Straumann Mia" userId="549e2ca0-4b93-4bbf-9081-20f6bd6e9aa4" providerId="ADAL" clId="{9A330275-E23B-490E-888B-9C7DD48298C4}" dt="2026-04-28T12:50:39.848" v="1" actId="478"/>
          <ac:spMkLst>
            <pc:docMk/>
            <pc:sldMk cId="200657171" sldId="256"/>
            <ac:spMk id="3" creationId="{53B57E6B-0370-DC48-1496-78A4E3019AE1}"/>
          </ac:spMkLst>
        </pc:spChg>
        <pc:spChg chg="add mod">
          <ac:chgData name="EDU Straumann Mia" userId="549e2ca0-4b93-4bbf-9081-20f6bd6e9aa4" providerId="ADAL" clId="{9A330275-E23B-490E-888B-9C7DD48298C4}" dt="2026-04-28T13:05:38.112" v="461" actId="255"/>
          <ac:spMkLst>
            <pc:docMk/>
            <pc:sldMk cId="200657171" sldId="256"/>
            <ac:spMk id="4" creationId="{A03703F6-0D8A-4CB9-E80A-92C6F7DD2761}"/>
          </ac:spMkLst>
        </pc:spChg>
        <pc:spChg chg="add mod">
          <ac:chgData name="EDU Straumann Mia" userId="549e2ca0-4b93-4bbf-9081-20f6bd6e9aa4" providerId="ADAL" clId="{9A330275-E23B-490E-888B-9C7DD48298C4}" dt="2026-04-28T13:08:59.463" v="483" actId="403"/>
          <ac:spMkLst>
            <pc:docMk/>
            <pc:sldMk cId="200657171" sldId="256"/>
            <ac:spMk id="5" creationId="{56D801AB-F401-1516-7F5B-BEFFC9DF2F2D}"/>
          </ac:spMkLst>
        </pc:spChg>
        <pc:spChg chg="add mod">
          <ac:chgData name="EDU Straumann Mia" userId="549e2ca0-4b93-4bbf-9081-20f6bd6e9aa4" providerId="ADAL" clId="{9A330275-E23B-490E-888B-9C7DD48298C4}" dt="2026-04-28T13:08:40.276" v="481" actId="1076"/>
          <ac:spMkLst>
            <pc:docMk/>
            <pc:sldMk cId="200657171" sldId="256"/>
            <ac:spMk id="8" creationId="{ED16AB58-E05E-DD0E-67AF-9AE0FD6CE22E}"/>
          </ac:spMkLst>
        </pc:spChg>
        <pc:spChg chg="add mod">
          <ac:chgData name="EDU Straumann Mia" userId="549e2ca0-4b93-4bbf-9081-20f6bd6e9aa4" providerId="ADAL" clId="{9A330275-E23B-490E-888B-9C7DD48298C4}" dt="2026-04-28T13:08:03" v="477" actId="1076"/>
          <ac:spMkLst>
            <pc:docMk/>
            <pc:sldMk cId="200657171" sldId="256"/>
            <ac:spMk id="9" creationId="{DDB834A4-1D57-FA54-FB8A-5AF6F8F69310}"/>
          </ac:spMkLst>
        </pc:spChg>
        <pc:picChg chg="add mod">
          <ac:chgData name="EDU Straumann Mia" userId="549e2ca0-4b93-4bbf-9081-20f6bd6e9aa4" providerId="ADAL" clId="{9A330275-E23B-490E-888B-9C7DD48298C4}" dt="2026-04-28T13:08:50.061" v="482" actId="1076"/>
          <ac:picMkLst>
            <pc:docMk/>
            <pc:sldMk cId="200657171" sldId="256"/>
            <ac:picMk id="7" creationId="{A92E4479-D884-C1AA-4273-DB5D03AD45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8758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16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477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603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991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613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947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637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62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775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071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6633C-CA43-4713-BE69-0E2DE9725586}" type="datetimeFigureOut">
              <a:rPr lang="de-CH" smtClean="0"/>
              <a:t>28.04.2026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BCF4A-98E4-4C15-9A16-7A20D23241C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905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03703F6-0D8A-4CB9-E80A-92C6F7DD2761}"/>
              </a:ext>
            </a:extLst>
          </p:cNvPr>
          <p:cNvSpPr txBox="1"/>
          <p:nvPr/>
        </p:nvSpPr>
        <p:spPr>
          <a:xfrm>
            <a:off x="945947" y="1556057"/>
            <a:ext cx="56677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/>
              <a:t>Sammlung von Mustern fürs Brettchenweben</a:t>
            </a:r>
            <a:endParaRPr lang="de-CH" sz="2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D801AB-F401-1516-7F5B-BEFFC9DF2F2D}"/>
              </a:ext>
            </a:extLst>
          </p:cNvPr>
          <p:cNvSpPr txBox="1"/>
          <p:nvPr/>
        </p:nvSpPr>
        <p:spPr>
          <a:xfrm>
            <a:off x="526703" y="662827"/>
            <a:ext cx="650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600" dirty="0"/>
              <a:t>Brettchenwebmustersammlung</a:t>
            </a:r>
            <a:endParaRPr lang="de-CH" sz="32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92E4479-D884-C1AA-4273-DB5D03AD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20" y="2295399"/>
            <a:ext cx="3523399" cy="770280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D16AB58-E05E-DD0E-67AF-9AE0FD6CE22E}"/>
              </a:ext>
            </a:extLst>
          </p:cNvPr>
          <p:cNvSpPr txBox="1"/>
          <p:nvPr/>
        </p:nvSpPr>
        <p:spPr>
          <a:xfrm>
            <a:off x="4100119" y="2570439"/>
            <a:ext cx="28828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Pro Muster: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Anzahl</a:t>
            </a:r>
            <a:r>
              <a:rPr lang="de-DE" sz="2000" dirty="0"/>
              <a:t> Brettchen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Typ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Bild des Musters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Webbrief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DB834A4-1D57-FA54-FB8A-5AF6F8F69310}"/>
              </a:ext>
            </a:extLst>
          </p:cNvPr>
          <p:cNvSpPr txBox="1"/>
          <p:nvPr/>
        </p:nvSpPr>
        <p:spPr>
          <a:xfrm>
            <a:off x="4100119" y="5400703"/>
            <a:ext cx="28828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Noch in Planung: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Suchfunktion um gezielt nach Mustern, Designs, Etc. zu suchen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Option selber Muster in die Sammlung hoch zuladen</a:t>
            </a: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20065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</Words>
  <Application>Microsoft Office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 Straumann Mia</dc:creator>
  <cp:lastModifiedBy>EDU Straumann Mia</cp:lastModifiedBy>
  <cp:revision>1</cp:revision>
  <dcterms:created xsi:type="dcterms:W3CDTF">2026-04-28T12:49:55Z</dcterms:created>
  <dcterms:modified xsi:type="dcterms:W3CDTF">2026-04-28T13:09:10Z</dcterms:modified>
</cp:coreProperties>
</file>